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16E81-550D-400A-965D-59C1883B37DD}" v="11" dt="2026-05-27T10:47:16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42" autoAdjust="0"/>
    <p:restoredTop sz="94660"/>
  </p:normalViewPr>
  <p:slideViewPr>
    <p:cSldViewPr snapToGrid="0">
      <p:cViewPr>
        <p:scale>
          <a:sx n="77" d="100"/>
          <a:sy n="77" d="100"/>
        </p:scale>
        <p:origin x="40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BB3A-1C36-3F20-D894-2E6ACA14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FB889-3AC0-1E41-5086-5FEDBC867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30BE5-9BF8-771D-8ECE-FF3390CF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22E-2AB4-D984-684D-D57CA041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E9E1D-73DB-F892-EE91-144D23CA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9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4782-0749-5AC9-10C1-E67BB135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9801-EB9C-A405-21ED-72EA6F02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35F1-5FE1-5204-074B-44C71C30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B1623-598B-CB09-CC18-9D08626F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1A97-E357-2169-AAB8-3C9C5F6F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4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18C8-2B97-0056-02DE-09E591ED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0561-036A-04AB-2DE8-3470EBC6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7BF51-139B-FE4B-FDA8-7C429BF2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96CAA-3218-9BED-9862-71973A96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2279-81D6-21F8-3CCF-C1CA6E7E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7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9B25-CD68-416B-84E3-8D1FEF78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BB9EB-09E8-CDE5-2F48-129C8637A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4A98B-315F-2355-2DCC-595768F68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5F71D-D8F8-DD91-3118-2CAFDCCE6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B33AD-8E36-235E-959B-80F457C2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C525D-9CAC-CAF7-5A3C-9D8D1AE3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9D3A-D865-9B7F-4F77-DDC6FBEF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F1884-EEA7-C0F6-DC3D-41B0AF9F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D39C2-0374-3315-646E-838CEE8BE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93496-2538-70AB-4601-9AD1C7CAA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CC16A-EB9A-DAE8-5C86-EDDC8852E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95040-EF9B-5020-85A5-C118D8E9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CACD5-8729-459A-200A-F52E67CD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A5A04-F922-DF4F-07AC-CC8026E6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7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099E-0456-4A2C-E3C1-D0DC0320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642AE-FD60-F9EA-6E56-33D7E8E5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AEC2F-ADFE-6C87-F8BD-2153F64C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7046A-F60B-3177-838C-873186BF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9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43C43-1C8E-8663-4089-FB06A0AD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2031F-DCFF-66CD-81AB-1975830F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82F6E-357E-EE63-FFDC-44C52E01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8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A854-AC78-CB3A-6DB2-030E2E02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ABF0-4413-8CE2-0944-C918FF05E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4DB4C-6763-14E5-E224-A342FD160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612AE-5F89-4901-DFD8-3F91B6B1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881AA-C558-F02F-8863-2079A75E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F0513-06B2-0B11-0FDA-A9E7DA01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5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B021-4B02-6D44-E342-24D83056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70110-B6F6-0876-8C26-A5113A431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F5341-1C94-A5BD-BAB9-8564CAD70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3BAED-1E24-EADC-4619-B8765EBD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3FA25-0641-7676-EF13-226EDCD5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F1533-187F-7C78-8A4F-6AAAE9DD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9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1E0C-995F-E5F1-D1B7-D9B48948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1DEB5-281A-E26F-1357-DCD33D63C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2B0E0-4446-B30B-C24D-11FDCBE8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D5EA0-9F61-F77D-7B8B-A73FCC0C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0C22A-4BC3-05B1-573D-F287643D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0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D148B-FF61-8782-C834-B2B1BDE50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E6120-FC43-7D4E-B162-6EAD2FBDC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7E890-0471-1657-AF2C-01EE42A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121BC-06C2-9048-7683-CAEDB6B7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36B9-7BB8-2266-803E-9CEC722B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4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47F2D-24A0-B2C9-20AB-0193C7E4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B46EF-C2F9-175C-ECFD-DFAECB6DE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EC2F5-E917-B61A-8634-F8B87E24E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413DC-421B-431C-9684-67BDCCEC292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ACC7B-EE71-9475-F458-967B3FC6C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31AB-6783-6140-7BDF-82091046A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E51E8-4197-4225-B859-5CF911E3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4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8826B-A487-BA00-AE31-ACC6DE0AA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1870" y="2978917"/>
            <a:ext cx="9144000" cy="62312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lgerian" panose="04020705040A02060702" pitchFamily="82" charset="0"/>
              </a:rPr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FE75E-523E-A9FA-4390-119BA67CF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23121"/>
          </a:xfrm>
        </p:spPr>
        <p:txBody>
          <a:bodyPr>
            <a:noAutofit/>
          </a:bodyPr>
          <a:lstStyle/>
          <a:p>
            <a:r>
              <a:rPr lang="en-US" sz="3600" dirty="0">
                <a:latin typeface="Impact" panose="020B0806030902050204" pitchFamily="34" charset="0"/>
              </a:rPr>
              <a:t>Cyber Security Internship Project – </a:t>
            </a:r>
            <a:r>
              <a:rPr lang="en-US" sz="3600" dirty="0" err="1">
                <a:latin typeface="Impact" panose="020B0806030902050204" pitchFamily="34" charset="0"/>
              </a:rPr>
              <a:t>CodeAlpha</a:t>
            </a:r>
            <a:br>
              <a:rPr lang="en-US" sz="3600" dirty="0">
                <a:latin typeface="Impact" panose="020B0806030902050204" pitchFamily="34" charset="0"/>
              </a:rPr>
            </a:br>
            <a:r>
              <a:rPr lang="en-US" sz="3600" dirty="0">
                <a:latin typeface="Impact" panose="020B0806030902050204" pitchFamily="34" charset="0"/>
              </a:rPr>
              <a:t>Prepared by: David</a:t>
            </a:r>
            <a:endParaRPr lang="en-US" sz="3600" b="1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900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902A-2000-817A-8932-1A0F13B6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Impact" panose="020B0806030902050204" pitchFamily="34" charset="0"/>
              </a:rPr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8659-5D72-B3EB-B485-F2FE175D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latin typeface="Algerian" panose="04020705040A02060702" pitchFamily="82" charset="0"/>
              </a:rPr>
              <a:t>Phishing is a cyber attack where attackers trick people into giving sensitive information like passwords or bank details.</a:t>
            </a:r>
          </a:p>
          <a:p>
            <a:pPr marL="0" indent="0" algn="ctr">
              <a:buNone/>
            </a:pPr>
            <a:r>
              <a:rPr lang="en-US" b="1" dirty="0">
                <a:latin typeface="Algerian" panose="04020705040A02060702" pitchFamily="82" charset="0"/>
              </a:rPr>
              <a:t>It usually happens through fake emails, messages, or websites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90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D8C0-3FF7-6CB9-332E-E76CACF5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Impact" panose="020B0806030902050204" pitchFamily="34" charset="0"/>
              </a:rPr>
              <a:t>Types of phishing.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DCE19-6AC4-D807-CB37-8362F5EF6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938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Email Phishing – Fake emails pretending to be real companies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SMS Phishing (Smishing) – Fake text messages with malicious links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Website Phishing – Fake websites designed to steal user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84709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8193-A6B0-779A-4F9D-492E56DB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Impact" panose="020B0806030902050204" pitchFamily="34" charset="0"/>
              </a:rPr>
              <a:t>How to Recognize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7DA3-A4EB-0673-6905-71B9F2ED7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6320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Check the sender’s email address carefully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Look for spelling and grammar mistakes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Avoid clicking unknown or suspicious links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Be cautious of urgent or threatening messages</a:t>
            </a:r>
          </a:p>
        </p:txBody>
      </p:sp>
    </p:spTree>
    <p:extLst>
      <p:ext uri="{BB962C8B-B14F-4D97-AF65-F5344CB8AC3E}">
        <p14:creationId xmlns:p14="http://schemas.microsoft.com/office/powerpoint/2010/main" val="82052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B4F0-2F5F-A4E4-4BF1-4931D7F6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latin typeface="Impact" panose="020B0806030902050204" pitchFamily="34" charset="0"/>
              </a:rPr>
              <a:t>Example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62827-3B57-687C-1513-374E96EF3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830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lgerian" panose="04020705040A02060702" pitchFamily="82" charset="0"/>
              </a:rPr>
              <a:t>"You have won $10,000! Click this link immediately to claim your reward."</a:t>
            </a:r>
          </a:p>
          <a:p>
            <a:pPr marL="0" indent="0" algn="ctr">
              <a:buNone/>
            </a:pPr>
            <a:r>
              <a:rPr lang="en-US" sz="3200" b="1" dirty="0">
                <a:latin typeface="Algerian" panose="04020705040A02060702" pitchFamily="82" charset="0"/>
              </a:rPr>
              <a:t>⚠ This is a phishing attempt designed to:</a:t>
            </a:r>
          </a:p>
          <a:p>
            <a:pPr algn="ctr"/>
            <a:r>
              <a:rPr lang="en-US" sz="3200" b="1" dirty="0">
                <a:latin typeface="Algerian" panose="04020705040A02060702" pitchFamily="82" charset="0"/>
              </a:rPr>
              <a:t> Steal personal information</a:t>
            </a:r>
          </a:p>
          <a:p>
            <a:pPr algn="ctr"/>
            <a:r>
              <a:rPr lang="en-US" sz="3200" b="1" dirty="0">
                <a:latin typeface="Algerian" panose="04020705040A02060702" pitchFamily="82" charset="0"/>
              </a:rPr>
              <a:t> Install malware</a:t>
            </a:r>
          </a:p>
          <a:p>
            <a:pPr algn="ctr"/>
            <a:r>
              <a:rPr lang="en-US" sz="3200" b="1" dirty="0">
                <a:latin typeface="Algerian" panose="04020705040A02060702" pitchFamily="82" charset="0"/>
              </a:rPr>
              <a:t> Gain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3043324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70E6-914C-37C8-F75D-478944FD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u="sng" dirty="0">
                <a:latin typeface="Impact" panose="020B0806030902050204" pitchFamily="34" charset="0"/>
              </a:rPr>
              <a:t>How to Stay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A2D0-E863-0643-913C-2E16E50FF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167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Do not click unknown links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Always verify website URLs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Use strong and unique passwords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Enable two-factor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92674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C9AA-F367-E6BB-D952-6C1A1A5B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latin typeface="Impact" panose="020B0806030902050204" pitchFamily="34" charset="0"/>
              </a:rPr>
              <a:t>Real-World Impact of Phishing</a:t>
            </a:r>
            <a:br>
              <a:rPr lang="en-US" dirty="0">
                <a:solidFill>
                  <a:srgbClr val="FFFFFF"/>
                </a:solidFill>
                <a:latin typeface="ui-monospac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2BDE-12EA-66E7-3DE6-DFF5157FA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6243"/>
            <a:ext cx="10515600" cy="207727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Bank account theft.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Social media hacking.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Loss of personal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lgerian" panose="04020705040A02060702" pitchFamily="82" charset="0"/>
              </a:rPr>
              <a:t>Business email compromise.</a:t>
            </a:r>
          </a:p>
        </p:txBody>
      </p:sp>
    </p:spTree>
    <p:extLst>
      <p:ext uri="{BB962C8B-B14F-4D97-AF65-F5344CB8AC3E}">
        <p14:creationId xmlns:p14="http://schemas.microsoft.com/office/powerpoint/2010/main" val="26539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0FD1-40E9-FDE1-8E59-7E4ABD5A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latin typeface="Impact" panose="020B080603090205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8850-76F9-EB4F-7BBD-518BC6656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lgerian" panose="04020705040A02060702" pitchFamily="82" charset="0"/>
              </a:rPr>
              <a:t>Phishing is a dangerous cyber attack but can be avoided by staying alert and verifying all messages before taking action.</a:t>
            </a:r>
          </a:p>
        </p:txBody>
      </p:sp>
    </p:spTree>
    <p:extLst>
      <p:ext uri="{BB962C8B-B14F-4D97-AF65-F5344CB8AC3E}">
        <p14:creationId xmlns:p14="http://schemas.microsoft.com/office/powerpoint/2010/main" val="148679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655F-8A32-99B3-F5A2-48873989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AA5A-B607-449F-9474-0841BA2B6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latin typeface="Algerian" panose="04020705040A02060702" pitchFamily="82" charset="0"/>
              </a:rPr>
              <a:t>Thank You</a:t>
            </a:r>
          </a:p>
          <a:p>
            <a:pPr marL="0" indent="0" algn="ctr">
              <a:buNone/>
            </a:pPr>
            <a:r>
              <a:rPr lang="en-US" sz="4800" b="1" dirty="0">
                <a:latin typeface="Algerian" panose="04020705040A02060702" pitchFamily="82" charset="0"/>
              </a:rPr>
              <a:t>Stay Alert. Stay Secure.</a:t>
            </a:r>
          </a:p>
          <a:p>
            <a:pPr marL="0" indent="0" algn="ctr">
              <a:buNone/>
            </a:pPr>
            <a:r>
              <a:rPr lang="en-US" sz="4800" b="1" dirty="0">
                <a:latin typeface="Algerian" panose="04020705040A02060702" pitchFamily="82" charset="0"/>
              </a:rPr>
              <a:t>Cyber Security Awareness Saves Lives</a:t>
            </a:r>
          </a:p>
        </p:txBody>
      </p:sp>
    </p:spTree>
    <p:extLst>
      <p:ext uri="{BB962C8B-B14F-4D97-AF65-F5344CB8AC3E}">
        <p14:creationId xmlns:p14="http://schemas.microsoft.com/office/powerpoint/2010/main" val="217928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233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Impact</vt:lpstr>
      <vt:lpstr>ui-monospace</vt:lpstr>
      <vt:lpstr>Office Theme</vt:lpstr>
      <vt:lpstr>Phishing Awareness Training</vt:lpstr>
      <vt:lpstr>What is Phishing?</vt:lpstr>
      <vt:lpstr>Types of phishing.</vt:lpstr>
      <vt:lpstr>How to Recognize Phishing</vt:lpstr>
      <vt:lpstr>Example of Phishing</vt:lpstr>
      <vt:lpstr>How to Stay Safe</vt:lpstr>
      <vt:lpstr>Real-World Impact of Phishing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dr.davidcazubuike@gmail.com</dc:creator>
  <cp:lastModifiedBy>dr.davidcazubuike@gmail.com</cp:lastModifiedBy>
  <cp:revision>1</cp:revision>
  <dcterms:created xsi:type="dcterms:W3CDTF">2026-05-01T09:39:50Z</dcterms:created>
  <dcterms:modified xsi:type="dcterms:W3CDTF">2026-05-27T10:48:21Z</dcterms:modified>
</cp:coreProperties>
</file>